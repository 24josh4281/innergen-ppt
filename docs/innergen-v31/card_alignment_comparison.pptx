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4706" y="262890"/>
            <a:ext cx="228273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800" b="1" dirty="0">
                <a:solidFill>
                  <a:srgbClr val="041E42"/>
                </a:solidFill>
                <a:latin typeface="Malgun Gothic"/>
                <a:ea typeface="Malgun Gothic"/>
                <a:cs typeface="Malgun Gothic"/>
              </a:rPr>
              <a:t>기존 고정 좌표 배치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18516" y="753428"/>
            <a:ext cx="61847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05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짧은 내용</a:t>
            </a:r>
          </a:p>
        </p:txBody>
      </p:sp>
      <p:sp>
        <p:nvSpPr>
          <p:cNvPr id="4" name="Rectangle 4"/>
          <p:cNvSpPr/>
          <p:nvPr/>
        </p:nvSpPr>
        <p:spPr>
          <a:xfrm>
            <a:off x="323850" y="1047750"/>
            <a:ext cx="2667000" cy="3429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88823" y="1243489"/>
            <a:ext cx="78791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280" b="1" dirty="0">
                <a:solidFill>
                  <a:srgbClr val="041E42"/>
                </a:solidFill>
                <a:latin typeface="Malgun Gothic"/>
                <a:ea typeface="Malgun Gothic"/>
                <a:cs typeface="Malgun Gothic"/>
              </a:rPr>
              <a:t>사업 현황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83870" y="1576388"/>
            <a:ext cx="611234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rgbClr val="00A9E0"/>
                </a:solidFill>
                <a:latin typeface="Malgun Gothic"/>
                <a:ea typeface="Malgun Gothic"/>
                <a:cs typeface="Malgun Gothic"/>
              </a:rPr>
              <a:t>46%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89585" y="2126456"/>
            <a:ext cx="1162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120" dirty="0">
                <a:solidFill>
                  <a:srgbClr val="041E42"/>
                </a:solidFill>
                <a:latin typeface="Malgun Gothic"/>
                <a:ea typeface="Malgun Gothic"/>
                <a:cs typeface="Malgun Gothic"/>
              </a:rPr>
              <a:t>배출량 산정 완료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76016" y="753428"/>
            <a:ext cx="6608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05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두 줄 설명</a:t>
            </a:r>
          </a:p>
        </p:txBody>
      </p:sp>
      <p:sp>
        <p:nvSpPr>
          <p:cNvPr id="9" name="Rectangle 9"/>
          <p:cNvSpPr/>
          <p:nvPr/>
        </p:nvSpPr>
        <p:spPr>
          <a:xfrm>
            <a:off x="3181350" y="1047750"/>
            <a:ext cx="2667000" cy="3429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346323" y="1243489"/>
            <a:ext cx="78791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280" b="1" dirty="0">
                <a:solidFill>
                  <a:srgbClr val="041E42"/>
                </a:solidFill>
                <a:latin typeface="Malgun Gothic"/>
                <a:ea typeface="Malgun Gothic"/>
                <a:cs typeface="Malgun Gothic"/>
              </a:rPr>
              <a:t>자료 검토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341370" y="1576388"/>
            <a:ext cx="86566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250" b="1" dirty="0">
                <a:solidFill>
                  <a:srgbClr val="00A9E0"/>
                </a:solidFill>
                <a:latin typeface="Malgun Gothic"/>
                <a:ea typeface="Malgun Gothic"/>
                <a:cs typeface="Malgun Gothic"/>
              </a:rPr>
              <a:t>128건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347085" y="2126456"/>
            <a:ext cx="1897380" cy="434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688"/>
              </a:lnSpc>
            </a:pPr>
            <a:r>
              <a:rPr lang="ko-KR" sz="1120" dirty="0">
                <a:solidFill>
                  <a:srgbClr val="041E42"/>
                </a:solidFill>
                <a:latin typeface="Malgun Gothic"/>
                <a:ea typeface="Malgun Gothic"/>
                <a:cs typeface="Malgun Gothic"/>
              </a:rPr>
              <a:t xml:space="preserve">활동자료 수집 및 배출량 검토 </a:t>
            </a:r>
            <a:r>
              <a:rPr lang="ko-KR" sz="1120" dirty="0">
                <a:solidFill>
                  <a:srgbClr val="041E42"/>
                </a:solidFill>
                <a:latin typeface="Malgun Gothic"/>
                <a:ea typeface="Malgun Gothic"/>
                <a:cs typeface="Malgun Gothic"/>
              </a:rPr>
              <a:t>증빙 자료와 담당자 확인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033516" y="753428"/>
            <a:ext cx="47712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05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긴 내용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038850" y="1047750"/>
            <a:ext cx="2667000" cy="3429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203823" y="1243489"/>
            <a:ext cx="161693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280" b="1" dirty="0">
                <a:solidFill>
                  <a:srgbClr val="041E42"/>
                </a:solidFill>
                <a:latin typeface="Malgun Gothic"/>
                <a:ea typeface="Malgun Gothic"/>
                <a:cs typeface="Malgun Gothic"/>
              </a:rPr>
              <a:t>개선 과제 이행 현황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198870" y="1576388"/>
            <a:ext cx="1040587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250" b="1" dirty="0">
                <a:solidFill>
                  <a:srgbClr val="00A9E0"/>
                </a:solidFill>
                <a:latin typeface="Malgun Gothic"/>
                <a:ea typeface="Malgun Gothic"/>
                <a:cs typeface="Malgun Gothic"/>
              </a:rPr>
              <a:t>2026년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204585" y="2126456"/>
            <a:ext cx="2125980" cy="648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688"/>
              </a:lnSpc>
            </a:pPr>
            <a:r>
              <a:rPr lang="ko-KR" sz="1120" dirty="0">
                <a:solidFill>
                  <a:srgbClr val="041E42"/>
                </a:solidFill>
                <a:latin typeface="Malgun Gothic"/>
                <a:ea typeface="Malgun Gothic"/>
                <a:cs typeface="Malgun Gothic"/>
              </a:rPr>
              <a:t xml:space="preserve">보완 자료 수집과 산정 근거 확인 </a:t>
            </a:r>
            <a:r>
              <a:rPr lang="ko-KR" sz="1120" dirty="0">
                <a:solidFill>
                  <a:srgbClr val="041E42"/>
                </a:solidFill>
                <a:latin typeface="Malgun Gothic"/>
                <a:ea typeface="Malgun Gothic"/>
                <a:cs typeface="Malgun Gothic"/>
              </a:rPr>
              <a:t xml:space="preserve">추가 검토 항목 및 제출 일정 관리 </a:t>
            </a:r>
            <a:r>
              <a:rPr lang="ko-KR" sz="1120" dirty="0">
                <a:solidFill>
                  <a:srgbClr val="041E42"/>
                </a:solidFill>
                <a:latin typeface="Malgun Gothic"/>
                <a:ea typeface="Malgun Gothic"/>
                <a:cs typeface="Malgun Gothic"/>
              </a:rPr>
              <a:t>담당자별 진행 현황 확인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4706" y="262890"/>
            <a:ext cx="312235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800" b="1" dirty="0">
                <a:solidFill>
                  <a:srgbClr val="041E42"/>
                </a:solidFill>
                <a:latin typeface="Malgun Gothic"/>
                <a:ea typeface="Malgun Gothic"/>
                <a:cs typeface="Malgun Gothic"/>
              </a:rPr>
              <a:t>콘텐츠 묶음 수직 중앙 정렬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18516" y="753428"/>
            <a:ext cx="61847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05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짧은 내용</a:t>
            </a:r>
          </a:p>
        </p:txBody>
      </p:sp>
      <p:sp>
        <p:nvSpPr>
          <p:cNvPr id="4" name="Rectangle 4"/>
          <p:cNvSpPr/>
          <p:nvPr/>
        </p:nvSpPr>
        <p:spPr>
          <a:xfrm>
            <a:off x="323850" y="1047750"/>
            <a:ext cx="2667000" cy="3429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95300" y="2185988"/>
            <a:ext cx="2324100" cy="242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/>
            <a:r>
              <a:rPr lang="ko-KR" sz="1280" b="1" dirty="0">
                <a:solidFill>
                  <a:srgbClr val="041E42"/>
                </a:solidFill>
                <a:latin typeface="Malgun Gothic"/>
                <a:ea typeface="Malgun Gothic"/>
                <a:cs typeface="Malgun Gothic"/>
              </a:rPr>
              <a:t>사업 현황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95300" y="2562225"/>
            <a:ext cx="2324100" cy="428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/>
            <a:r>
              <a:rPr lang="en-US" sz="2250" b="1" dirty="0">
                <a:solidFill>
                  <a:srgbClr val="00A9E0"/>
                </a:solidFill>
                <a:latin typeface="Malgun Gothic"/>
                <a:ea typeface="Malgun Gothic"/>
                <a:cs typeface="Malgun Gothic"/>
              </a:rPr>
              <a:t>46%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95300" y="3124200"/>
            <a:ext cx="2324100" cy="214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/>
            <a:r>
              <a:rPr lang="ko-KR" sz="1120" dirty="0">
                <a:solidFill>
                  <a:srgbClr val="041E42"/>
                </a:solidFill>
                <a:latin typeface="Malgun Gothic"/>
                <a:ea typeface="Malgun Gothic"/>
                <a:cs typeface="Malgun Gothic"/>
              </a:rPr>
              <a:t>배출량 산정 완료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76016" y="753428"/>
            <a:ext cx="6608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05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두 줄 설명</a:t>
            </a:r>
          </a:p>
        </p:txBody>
      </p:sp>
      <p:sp>
        <p:nvSpPr>
          <p:cNvPr id="9" name="Rectangle 9"/>
          <p:cNvSpPr/>
          <p:nvPr/>
        </p:nvSpPr>
        <p:spPr>
          <a:xfrm>
            <a:off x="3181350" y="1047750"/>
            <a:ext cx="2667000" cy="3429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352800" y="2078831"/>
            <a:ext cx="2324100" cy="242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/>
            <a:r>
              <a:rPr lang="ko-KR" sz="1280" b="1" dirty="0">
                <a:solidFill>
                  <a:srgbClr val="041E42"/>
                </a:solidFill>
                <a:latin typeface="Malgun Gothic"/>
                <a:ea typeface="Malgun Gothic"/>
                <a:cs typeface="Malgun Gothic"/>
              </a:rPr>
              <a:t>자료 검토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352800" y="2455069"/>
            <a:ext cx="2324100" cy="428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/>
            <a:r>
              <a:rPr lang="ko-KR" sz="2250" b="1" dirty="0">
                <a:solidFill>
                  <a:srgbClr val="00A9E0"/>
                </a:solidFill>
                <a:latin typeface="Malgun Gothic"/>
                <a:ea typeface="Malgun Gothic"/>
                <a:cs typeface="Malgun Gothic"/>
              </a:rPr>
              <a:t>128건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352800" y="3017044"/>
            <a:ext cx="2324100" cy="428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688"/>
              </a:lnSpc>
            </a:pPr>
            <a:r>
              <a:rPr lang="ko-KR" sz="1120" dirty="0">
                <a:solidFill>
                  <a:srgbClr val="041E42"/>
                </a:solidFill>
                <a:latin typeface="Malgun Gothic"/>
                <a:ea typeface="Malgun Gothic"/>
                <a:cs typeface="Malgun Gothic"/>
              </a:rPr>
              <a:t>활동자료 수집 및 배출량 검토</a:t>
            </a:r>
          </a:p>
          <a:p>
            <a:pPr algn="l">
              <a:lnSpc>
                <a:spcPts val="1688"/>
              </a:lnSpc>
            </a:pPr>
            <a:r>
              <a:rPr lang="ko-KR" sz="1120" dirty="0">
                <a:solidFill>
                  <a:srgbClr val="041E42"/>
                </a:solidFill>
                <a:latin typeface="Malgun Gothic"/>
                <a:ea typeface="Malgun Gothic"/>
                <a:cs typeface="Malgun Gothic"/>
              </a:rPr>
              <a:t>증빙 자료와 담당자 확인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033516" y="753428"/>
            <a:ext cx="47712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05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긴 내용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038850" y="1047750"/>
            <a:ext cx="2667000" cy="3429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210300" y="1864519"/>
            <a:ext cx="2324100" cy="242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/>
            <a:r>
              <a:rPr lang="ko-KR" sz="1280" b="1" dirty="0">
                <a:solidFill>
                  <a:srgbClr val="041E42"/>
                </a:solidFill>
                <a:latin typeface="Malgun Gothic"/>
                <a:ea typeface="Malgun Gothic"/>
                <a:cs typeface="Malgun Gothic"/>
              </a:rPr>
              <a:t>개선 과제 이행 현황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210300" y="2240756"/>
            <a:ext cx="2324100" cy="428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/>
            <a:r>
              <a:rPr lang="ko-KR" sz="2250" b="1" dirty="0">
                <a:solidFill>
                  <a:srgbClr val="00A9E0"/>
                </a:solidFill>
                <a:latin typeface="Malgun Gothic"/>
                <a:ea typeface="Malgun Gothic"/>
                <a:cs typeface="Malgun Gothic"/>
              </a:rPr>
              <a:t>2026년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210300" y="2802731"/>
            <a:ext cx="23241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688"/>
              </a:lnSpc>
            </a:pPr>
            <a:r>
              <a:rPr lang="ko-KR" sz="1120" dirty="0">
                <a:solidFill>
                  <a:srgbClr val="041E42"/>
                </a:solidFill>
                <a:latin typeface="Malgun Gothic"/>
                <a:ea typeface="Malgun Gothic"/>
                <a:cs typeface="Malgun Gothic"/>
              </a:rPr>
              <a:t>보완 자료 수집과 산정 근거 확인</a:t>
            </a:r>
          </a:p>
          <a:p>
            <a:pPr algn="l">
              <a:lnSpc>
                <a:spcPts val="1688"/>
              </a:lnSpc>
            </a:pPr>
            <a:r>
              <a:rPr lang="ko-KR" sz="1120" dirty="0">
                <a:solidFill>
                  <a:srgbClr val="041E42"/>
                </a:solidFill>
                <a:latin typeface="Malgun Gothic"/>
                <a:ea typeface="Malgun Gothic"/>
                <a:cs typeface="Malgun Gothic"/>
              </a:rPr>
              <a:t>추가 검토 항목 및 제출 일정</a:t>
            </a:r>
          </a:p>
          <a:p>
            <a:pPr algn="l">
              <a:lnSpc>
                <a:spcPts val="1688"/>
              </a:lnSpc>
            </a:pPr>
            <a:r>
              <a:rPr lang="ko-KR" sz="1120" dirty="0">
                <a:solidFill>
                  <a:srgbClr val="041E42"/>
                </a:solidFill>
                <a:latin typeface="Malgun Gothic"/>
                <a:ea typeface="Malgun Gothic"/>
                <a:cs typeface="Malgun Gothic"/>
              </a:rPr>
              <a:t>관리</a:t>
            </a:r>
          </a:p>
          <a:p>
            <a:pPr algn="l">
              <a:lnSpc>
                <a:spcPts val="1688"/>
              </a:lnSpc>
            </a:pPr>
            <a:r>
              <a:rPr lang="ko-KR" sz="1120" dirty="0">
                <a:solidFill>
                  <a:srgbClr val="041E42"/>
                </a:solidFill>
                <a:latin typeface="Malgun Gothic"/>
                <a:ea typeface="Malgun Gothic"/>
                <a:cs typeface="Malgun Gothic"/>
              </a:rPr>
              <a:t>담당자별 진행 현황 확인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2026-10-22T05:11:40Z</dcterms:created>
  <dcterms:modified xsi:type="dcterms:W3CDTF">2026-10-22T05:11:40Z</dcterms:modified>
  <cp:category/>
  <cp:contentStatus/>
</cp:coreProperties>
</file>