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5240">
            <a:solidFill>
              <a:srgbClr val="041E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정렬 검증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834640" y="30906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견본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35844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705856"/>
            <a:ext cx="12191695" cy="621792"/>
          </a:xfrm>
          <a:prstGeom prst="roundRect">
            <a:avLst>
              <a:gd name="adj" fmla="val 5882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58795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CO2   |   Consulting   |   가상 B사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10515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정렬 검증</a:t>
            </a:r>
            <a:endParaRPr lang="en-US" sz="1900" dirty="0"/>
          </a:p>
        </p:txBody>
      </p:sp>
      <p:sp>
        <p:nvSpPr>
          <p:cNvPr id="53" name="Shape 51"/>
          <p:cNvSpPr/>
          <p:nvPr/>
        </p:nvSpPr>
        <p:spPr>
          <a:xfrm>
            <a:off x="1828800" y="1874520"/>
            <a:ext cx="7863840" cy="530352"/>
          </a:xfrm>
          <a:prstGeom prst="roundRect">
            <a:avLst>
              <a:gd name="adj" fmla="val 6897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29968" y="2029968"/>
            <a:ext cx="7461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사업별 검토 현황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828800" y="2624328"/>
            <a:ext cx="7863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29968" y="2779776"/>
            <a:ext cx="7461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사업별 검토 현황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828800" y="3374136"/>
            <a:ext cx="7863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29968" y="3529584"/>
            <a:ext cx="7461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사업별 검토 현황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사업별 검토 현황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80467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검토 결과에 따른 후속 일정 관리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8979408" y="786384"/>
            <a:ext cx="2651760" cy="329184"/>
          </a:xfrm>
          <a:prstGeom prst="roundRect">
            <a:avLst>
              <a:gd name="adj" fmla="val 1111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786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Reasons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1417320"/>
            <a:ext cx="3578352" cy="4160520"/>
          </a:xfrm>
          <a:prstGeom prst="roundRect">
            <a:avLst>
              <a:gd name="adj" fmla="val 1022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928" y="1417320"/>
            <a:ext cx="3578352" cy="438912"/>
          </a:xfrm>
          <a:prstGeom prst="roundRect">
            <a:avLst>
              <a:gd name="adj" fmla="val 8333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1545336"/>
            <a:ext cx="328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범위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786384" y="2221992"/>
            <a:ext cx="313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배출량 확인</a:t>
            </a:r>
            <a:endParaRPr lang="en-US" sz="1420" dirty="0"/>
          </a:p>
        </p:txBody>
      </p:sp>
      <p:sp>
        <p:nvSpPr>
          <p:cNvPr id="60" name="Shape 58"/>
          <p:cNvSpPr/>
          <p:nvPr/>
        </p:nvSpPr>
        <p:spPr>
          <a:xfrm>
            <a:off x="786384" y="3044952"/>
            <a:ext cx="31394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6384" y="326440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786384" y="3557016"/>
            <a:ext cx="3139440" cy="1170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배출량 확인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산정 결과 확인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786384" y="4965192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필요성 명확화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309872" y="1417320"/>
            <a:ext cx="3578352" cy="4160520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09872" y="1417320"/>
            <a:ext cx="3578352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56176" y="1545336"/>
            <a:ext cx="328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자료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4529328" y="2221992"/>
            <a:ext cx="313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활동자료 수집 및 배출량 산정…</a:t>
            </a:r>
            <a:endParaRPr lang="en-US" sz="1420" dirty="0"/>
          </a:p>
        </p:txBody>
      </p:sp>
      <p:sp>
        <p:nvSpPr>
          <p:cNvPr id="68" name="Shape 66"/>
          <p:cNvSpPr/>
          <p:nvPr/>
        </p:nvSpPr>
        <p:spPr>
          <a:xfrm>
            <a:off x="4529328" y="3044952"/>
            <a:ext cx="31394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29328" y="326440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4529328" y="3557016"/>
            <a:ext cx="3139440" cy="1170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배출량 산정 결과 확인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제출 일정 관리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4529328" y="4965192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반영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052816" y="1417320"/>
            <a:ext cx="3578352" cy="4160520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52816" y="1417320"/>
            <a:ext cx="3578352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99120" y="1545336"/>
            <a:ext cx="328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일정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8272272" y="2221992"/>
            <a:ext cx="313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및 추가 보완…</a:t>
            </a:r>
            <a:endParaRPr lang="en-US" sz="1420" dirty="0"/>
          </a:p>
        </p:txBody>
      </p:sp>
      <p:sp>
        <p:nvSpPr>
          <p:cNvPr id="76" name="Shape 74"/>
          <p:cNvSpPr/>
          <p:nvPr/>
        </p:nvSpPr>
        <p:spPr>
          <a:xfrm>
            <a:off x="8272272" y="3044952"/>
            <a:ext cx="31394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72272" y="326440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8272272" y="3557016"/>
            <a:ext cx="3139440" cy="1170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추가 보완 자료 제출 일정 관리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8272272" y="4965192"/>
            <a:ext cx="313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범위 확정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6384" y="577900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담당자 확인 및 제출 일정 관리</a:t>
            </a:r>
            <a:endParaRPr lang="en-US" sz="1280" dirty="0"/>
          </a:p>
        </p:txBody>
      </p:sp>
      <p:sp>
        <p:nvSpPr>
          <p:cNvPr id="82" name="Shape 80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사업별 검토 현황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80467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검토 결과에 따른 후속 일정 관리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8979408" y="786384"/>
            <a:ext cx="2651760" cy="329184"/>
          </a:xfrm>
          <a:prstGeom prst="roundRect">
            <a:avLst>
              <a:gd name="adj" fmla="val 1111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786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Dashboard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1417320"/>
            <a:ext cx="3886200" cy="4160520"/>
          </a:xfrm>
          <a:prstGeom prst="roundRect">
            <a:avLst>
              <a:gd name="adj" fmla="val 94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6968" y="26060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46%</a:t>
            </a:r>
            <a:endParaRPr lang="en-US" sz="3800" dirty="0"/>
          </a:p>
        </p:txBody>
      </p:sp>
      <p:sp>
        <p:nvSpPr>
          <p:cNvPr id="58" name="Text 56"/>
          <p:cNvSpPr/>
          <p:nvPr/>
        </p:nvSpPr>
        <p:spPr>
          <a:xfrm>
            <a:off x="978408" y="3474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KPI를 한 장에서 추적하고 후속 조치를 연결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800600" y="1417320"/>
            <a:ext cx="6830568" cy="4160520"/>
          </a:xfrm>
          <a:prstGeom prst="roundRect">
            <a:avLst>
              <a:gd name="adj" fmla="val 879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1636776"/>
            <a:ext cx="6373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해석</a:t>
            </a:r>
            <a:endParaRPr lang="en-US" sz="1420" dirty="0"/>
          </a:p>
        </p:txBody>
      </p:sp>
      <p:sp>
        <p:nvSpPr>
          <p:cNvPr id="61" name="Text 59"/>
          <p:cNvSpPr/>
          <p:nvPr/>
        </p:nvSpPr>
        <p:spPr>
          <a:xfrm>
            <a:off x="5111496" y="2130552"/>
            <a:ext cx="6208776" cy="30815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배출량 46% 확인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산정 결과 확인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제출 일정 관리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" y="577900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담당자 확인 및 제출 일정 관리</a:t>
            </a:r>
            <a:endParaRPr lang="en-US" sz="1280" dirty="0"/>
          </a:p>
        </p:txBody>
      </p:sp>
      <p:sp>
        <p:nvSpPr>
          <p:cNvPr id="64" name="Shape 62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사업별 검토 현황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80467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검토 결과에 따른 후속 일정 관리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8979408" y="786384"/>
            <a:ext cx="2651760" cy="329184"/>
          </a:xfrm>
          <a:prstGeom prst="roundRect">
            <a:avLst>
              <a:gd name="adj" fmla="val 1111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786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928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범위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786384" y="22219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배출량 확인</a:t>
            </a:r>
            <a:endParaRPr lang="en-US" sz="1420" dirty="0"/>
          </a:p>
        </p:txBody>
      </p:sp>
      <p:sp>
        <p:nvSpPr>
          <p:cNvPr id="60" name="Shape 58"/>
          <p:cNvSpPr/>
          <p:nvPr/>
        </p:nvSpPr>
        <p:spPr>
          <a:xfrm>
            <a:off x="786384" y="3044952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6384" y="326440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786384" y="3557016"/>
            <a:ext cx="2203704" cy="1170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배출량 확인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산정 결과 확인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786384" y="4965192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확인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374136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74136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20440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자료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3593592" y="22219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활동자료 수집 및 배출량 산정…</a:t>
            </a:r>
            <a:endParaRPr lang="en-US" sz="1420" dirty="0"/>
          </a:p>
        </p:txBody>
      </p:sp>
      <p:sp>
        <p:nvSpPr>
          <p:cNvPr id="68" name="Shape 66"/>
          <p:cNvSpPr/>
          <p:nvPr/>
        </p:nvSpPr>
        <p:spPr>
          <a:xfrm>
            <a:off x="3593592" y="3044952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93592" y="326440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3593592" y="3557016"/>
            <a:ext cx="2203704" cy="1170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배출량 산정 결과 확인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제출 일정 관리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3593592" y="4965192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지정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181344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81344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27648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일정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400800" y="22219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및 추가 보완…</a:t>
            </a:r>
            <a:endParaRPr lang="en-US" sz="1420" dirty="0"/>
          </a:p>
        </p:txBody>
      </p:sp>
      <p:sp>
        <p:nvSpPr>
          <p:cNvPr id="76" name="Shape 74"/>
          <p:cNvSpPr/>
          <p:nvPr/>
        </p:nvSpPr>
        <p:spPr>
          <a:xfrm>
            <a:off x="6400800" y="3044952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0" y="326440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6400800" y="3557016"/>
            <a:ext cx="2203704" cy="1170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추가 보완 자료 제출 일정 관리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6400800" y="4965192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정리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8988552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88552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34856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우선 실행</a:t>
            </a:r>
            <a:endParaRPr lang="en-US" sz="1250" dirty="0"/>
          </a:p>
        </p:txBody>
      </p:sp>
      <p:sp>
        <p:nvSpPr>
          <p:cNvPr id="83" name="Text 81"/>
          <p:cNvSpPr/>
          <p:nvPr/>
        </p:nvSpPr>
        <p:spPr>
          <a:xfrm>
            <a:off x="9208008" y="2221992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현황</a:t>
            </a:r>
            <a:endParaRPr lang="en-US" sz="1420" dirty="0"/>
          </a:p>
        </p:txBody>
      </p:sp>
      <p:sp>
        <p:nvSpPr>
          <p:cNvPr id="84" name="Shape 82"/>
          <p:cNvSpPr/>
          <p:nvPr/>
        </p:nvSpPr>
        <p:spPr>
          <a:xfrm>
            <a:off x="9208008" y="3044952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08008" y="326440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9208008" y="3557016"/>
            <a:ext cx="2203704" cy="117043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사업 현황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9208008" y="4965192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연결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6384" y="577900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담당자 확인 및 제출 일정 관리</a:t>
            </a:r>
            <a:endParaRPr lang="en-US" sz="1280" dirty="0"/>
          </a:p>
        </p:txBody>
      </p:sp>
      <p:sp>
        <p:nvSpPr>
          <p:cNvPr id="90" name="Shape 88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INNerGEN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 정렬 검증</dc:title>
  <dc:subject>INNerGEN ESG/Climate consulting deck draft</dc:subject>
  <dc:creator>INNerGEN Slide Studio</dc:creator>
  <cp:lastModifiedBy>INNerGEN Slide Studio</cp:lastModifiedBy>
  <cp:revision>1</cp:revision>
  <dcterms:created xsi:type="dcterms:W3CDTF">2026-10-22T05:10:30Z</dcterms:created>
  <dcterms:modified xsi:type="dcterms:W3CDTF">2026-10-22T05:10:30Z</dcterms:modified>
</cp:coreProperties>
</file>