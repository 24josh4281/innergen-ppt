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47120" cy="0"/>
          </a:xfrm>
          <a:prstGeom prst="line">
            <a:avLst/>
          </a:prstGeom>
          <a:noFill/>
          <a:ln w="15240">
            <a:solidFill>
              <a:srgbClr val="041E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정렬 검증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834640" y="30906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견본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35844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705856"/>
            <a:ext cx="12191695" cy="621792"/>
          </a:xfrm>
          <a:prstGeom prst="roundRect">
            <a:avLst>
              <a:gd name="adj" fmla="val 5882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58795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CO2   |   Consulting   |   가상 B사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oundRect">
            <a:avLst>
              <a:gd name="adj" fmla="val 5556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04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78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28016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92608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566928" y="105156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정렬 검증</a:t>
            </a:r>
            <a:endParaRPr lang="en-US" sz="1900" dirty="0"/>
          </a:p>
        </p:txBody>
      </p:sp>
      <p:sp>
        <p:nvSpPr>
          <p:cNvPr id="53" name="Shape 51"/>
          <p:cNvSpPr/>
          <p:nvPr/>
        </p:nvSpPr>
        <p:spPr>
          <a:xfrm>
            <a:off x="1828800" y="1874520"/>
            <a:ext cx="7863840" cy="530352"/>
          </a:xfrm>
          <a:prstGeom prst="roundRect">
            <a:avLst>
              <a:gd name="adj" fmla="val 6897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29968" y="2029968"/>
            <a:ext cx="7461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사업별 검토 현황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828800" y="2624328"/>
            <a:ext cx="7863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29968" y="2779776"/>
            <a:ext cx="7461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사업별 검토 현황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828800" y="3374136"/>
            <a:ext cx="78638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29968" y="3529584"/>
            <a:ext cx="7461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사업별 검토 현황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" y="6510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682496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Innovative Ideas | Better Solution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1064240" y="65105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oundRect">
            <a:avLst>
              <a:gd name="adj" fmla="val 5556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04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78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28016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92608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사업별 검토 현황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566928" y="804672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검토 결과에 따른 후속 일정 관리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8979408" y="786384"/>
            <a:ext cx="2651760" cy="329184"/>
          </a:xfrm>
          <a:prstGeom prst="roundRect">
            <a:avLst>
              <a:gd name="adj" fmla="val 1111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07424" y="7863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Reasons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1417320"/>
            <a:ext cx="3578352" cy="4160520"/>
          </a:xfrm>
          <a:prstGeom prst="roundRect">
            <a:avLst>
              <a:gd name="adj" fmla="val 1022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928" y="1417320"/>
            <a:ext cx="3578352" cy="438912"/>
          </a:xfrm>
          <a:prstGeom prst="roundRect">
            <a:avLst>
              <a:gd name="adj" fmla="val 8333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" y="1545336"/>
            <a:ext cx="328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범위</a:t>
            </a:r>
            <a:endParaRPr lang="en-US" sz="1250" dirty="0"/>
          </a:p>
        </p:txBody>
      </p:sp>
      <p:sp>
        <p:nvSpPr>
          <p:cNvPr id="59" name="card-0-title"/>
          <p:cNvSpPr/>
          <p:nvPr/>
        </p:nvSpPr>
        <p:spPr>
          <a:xfrm>
            <a:off x="786384" y="2832545"/>
            <a:ext cx="3139440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배출량 확인</a:t>
            </a:r>
            <a:endParaRPr lang="en-US" sz="1420" dirty="0"/>
          </a:p>
        </p:txBody>
      </p:sp>
      <p:sp>
        <p:nvSpPr>
          <p:cNvPr id="60" name="Shape 58"/>
          <p:cNvSpPr/>
          <p:nvPr/>
        </p:nvSpPr>
        <p:spPr>
          <a:xfrm>
            <a:off x="786384" y="3272219"/>
            <a:ext cx="31394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1" name="card-0-label"/>
          <p:cNvSpPr/>
          <p:nvPr/>
        </p:nvSpPr>
        <p:spPr>
          <a:xfrm>
            <a:off x="786384" y="3441383"/>
            <a:ext cx="31394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62" name="card-0-body"/>
          <p:cNvSpPr/>
          <p:nvPr/>
        </p:nvSpPr>
        <p:spPr>
          <a:xfrm>
            <a:off x="786384" y="3770186"/>
            <a:ext cx="31394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배출량 확인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산정 결과 확인</a:t>
            </a:r>
            <a:endParaRPr lang="en-US" sz="1150" dirty="0"/>
          </a:p>
        </p:txBody>
      </p:sp>
      <p:sp>
        <p:nvSpPr>
          <p:cNvPr id="63" name="card-0-action"/>
          <p:cNvSpPr/>
          <p:nvPr/>
        </p:nvSpPr>
        <p:spPr>
          <a:xfrm>
            <a:off x="786384" y="4372928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필요성 명확화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309872" y="1417320"/>
            <a:ext cx="3578352" cy="4160520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09872" y="1417320"/>
            <a:ext cx="3578352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56176" y="1545336"/>
            <a:ext cx="328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자료</a:t>
            </a:r>
            <a:endParaRPr lang="en-US" sz="1250" dirty="0"/>
          </a:p>
        </p:txBody>
      </p:sp>
      <p:sp>
        <p:nvSpPr>
          <p:cNvPr id="67" name="card-1-title"/>
          <p:cNvSpPr/>
          <p:nvPr/>
        </p:nvSpPr>
        <p:spPr>
          <a:xfrm>
            <a:off x="4529328" y="2697290"/>
            <a:ext cx="31394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활동자료 수집 및 배출량 산정 결과</a:t>
            </a:r>
            <a:endParaRPr lang="en-US" sz="142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420" dirty="0"/>
          </a:p>
        </p:txBody>
      </p:sp>
      <p:sp>
        <p:nvSpPr>
          <p:cNvPr id="68" name="Shape 66"/>
          <p:cNvSpPr/>
          <p:nvPr/>
        </p:nvSpPr>
        <p:spPr>
          <a:xfrm>
            <a:off x="4529328" y="3407474"/>
            <a:ext cx="31394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9" name="card-1-label"/>
          <p:cNvSpPr/>
          <p:nvPr/>
        </p:nvSpPr>
        <p:spPr>
          <a:xfrm>
            <a:off x="4529328" y="3576638"/>
            <a:ext cx="31394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70" name="card-1-body"/>
          <p:cNvSpPr/>
          <p:nvPr/>
        </p:nvSpPr>
        <p:spPr>
          <a:xfrm>
            <a:off x="4529328" y="3905441"/>
            <a:ext cx="31394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배출량 산정 결과 확인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제출 일정 관리</a:t>
            </a:r>
            <a:endParaRPr lang="en-US" sz="1150" dirty="0"/>
          </a:p>
        </p:txBody>
      </p:sp>
      <p:sp>
        <p:nvSpPr>
          <p:cNvPr id="71" name="card-1-action"/>
          <p:cNvSpPr/>
          <p:nvPr/>
        </p:nvSpPr>
        <p:spPr>
          <a:xfrm>
            <a:off x="4529328" y="4508183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반영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8052816" y="1417320"/>
            <a:ext cx="3578352" cy="4160520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52816" y="1417320"/>
            <a:ext cx="3578352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99120" y="1545336"/>
            <a:ext cx="3285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일정</a:t>
            </a:r>
            <a:endParaRPr lang="en-US" sz="1250" dirty="0"/>
          </a:p>
        </p:txBody>
      </p:sp>
      <p:sp>
        <p:nvSpPr>
          <p:cNvPr id="75" name="card-2-title"/>
          <p:cNvSpPr/>
          <p:nvPr/>
        </p:nvSpPr>
        <p:spPr>
          <a:xfrm>
            <a:off x="8272272" y="2697290"/>
            <a:ext cx="31394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 및 추가 보완 자료 제출</a:t>
            </a:r>
            <a:endParaRPr lang="en-US" sz="142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</a:t>
            </a:r>
            <a:endParaRPr lang="en-US" sz="1420" dirty="0"/>
          </a:p>
        </p:txBody>
      </p:sp>
      <p:sp>
        <p:nvSpPr>
          <p:cNvPr id="76" name="Shape 74"/>
          <p:cNvSpPr/>
          <p:nvPr/>
        </p:nvSpPr>
        <p:spPr>
          <a:xfrm>
            <a:off x="8272272" y="3407474"/>
            <a:ext cx="31394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77" name="card-2-label"/>
          <p:cNvSpPr/>
          <p:nvPr/>
        </p:nvSpPr>
        <p:spPr>
          <a:xfrm>
            <a:off x="8272272" y="3576638"/>
            <a:ext cx="31394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78" name="card-2-body"/>
          <p:cNvSpPr/>
          <p:nvPr/>
        </p:nvSpPr>
        <p:spPr>
          <a:xfrm>
            <a:off x="8272272" y="3905441"/>
            <a:ext cx="31394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추가 보완 자료 제출 일정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1150" dirty="0"/>
          </a:p>
        </p:txBody>
      </p:sp>
      <p:sp>
        <p:nvSpPr>
          <p:cNvPr id="79" name="card-2-action"/>
          <p:cNvSpPr/>
          <p:nvPr/>
        </p:nvSpPr>
        <p:spPr>
          <a:xfrm>
            <a:off x="8272272" y="4508183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범위 확정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6384" y="577900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담당자 확인 및 제출 일정 관리</a:t>
            </a:r>
            <a:endParaRPr lang="en-US" sz="1280" dirty="0"/>
          </a:p>
        </p:txBody>
      </p:sp>
      <p:sp>
        <p:nvSpPr>
          <p:cNvPr id="82" name="Shape 80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928" y="6510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682496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Innovative Ideas | Better Solution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1064240" y="65105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oundRect">
            <a:avLst>
              <a:gd name="adj" fmla="val 5556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04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78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28016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92608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사업별 검토 현황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566928" y="804672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검토 결과에 따른 후속 일정 관리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8979408" y="786384"/>
            <a:ext cx="2651760" cy="329184"/>
          </a:xfrm>
          <a:prstGeom prst="roundRect">
            <a:avLst>
              <a:gd name="adj" fmla="val 1111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07424" y="7863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Dashboard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1417320"/>
            <a:ext cx="3886200" cy="4160520"/>
          </a:xfrm>
          <a:prstGeom prst="roundRect">
            <a:avLst>
              <a:gd name="adj" fmla="val 94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7" name="metric-value"/>
          <p:cNvSpPr/>
          <p:nvPr/>
        </p:nvSpPr>
        <p:spPr>
          <a:xfrm>
            <a:off x="886968" y="2768346"/>
            <a:ext cx="324612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8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46%</a:t>
            </a:r>
            <a:endParaRPr lang="en-US" sz="3800" dirty="0"/>
          </a:p>
        </p:txBody>
      </p:sp>
      <p:sp>
        <p:nvSpPr>
          <p:cNvPr id="58" name="metric-caption"/>
          <p:cNvSpPr/>
          <p:nvPr/>
        </p:nvSpPr>
        <p:spPr>
          <a:xfrm>
            <a:off x="886968" y="3693414"/>
            <a:ext cx="32461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KPI를 한 장에서 추적하고 후속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조치를 연결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800600" y="1417320"/>
            <a:ext cx="6830568" cy="4160520"/>
          </a:xfrm>
          <a:prstGeom prst="roundRect">
            <a:avLst>
              <a:gd name="adj" fmla="val 879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60" name="panel-title"/>
          <p:cNvSpPr/>
          <p:nvPr/>
        </p:nvSpPr>
        <p:spPr>
          <a:xfrm>
            <a:off x="5111496" y="2918841"/>
            <a:ext cx="6208776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해석</a:t>
            </a:r>
            <a:endParaRPr lang="en-US" sz="1420" dirty="0"/>
          </a:p>
        </p:txBody>
      </p:sp>
      <p:sp>
        <p:nvSpPr>
          <p:cNvPr id="61" name="panel-body"/>
          <p:cNvSpPr/>
          <p:nvPr/>
        </p:nvSpPr>
        <p:spPr>
          <a:xfrm>
            <a:off x="5111496" y="3390519"/>
            <a:ext cx="6208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배출량 46% 확인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산정 결과 확인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제출 일정 관리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" y="577900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담당자 확인 및 제출 일정 관리</a:t>
            </a:r>
            <a:endParaRPr lang="en-US" sz="1280" dirty="0"/>
          </a:p>
        </p:txBody>
      </p:sp>
      <p:sp>
        <p:nvSpPr>
          <p:cNvPr id="64" name="Shape 62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6510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682496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Innovative Ideas | Better Solution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1064240" y="65105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oundRect">
            <a:avLst>
              <a:gd name="adj" fmla="val 5556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54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5097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327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070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88136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5568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0432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78640" y="0"/>
            <a:ext cx="0" cy="658368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128016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292608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621792"/>
            <a:ext cx="12191695" cy="0"/>
          </a:xfrm>
          <a:prstGeom prst="line">
            <a:avLst/>
          </a:prstGeom>
          <a:noFill/>
          <a:ln w="4445">
            <a:solidFill>
              <a:srgbClr val="1A3A5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사업별 검토 현황</a:t>
            </a:r>
            <a:endParaRPr lang="en-US" sz="1920" dirty="0"/>
          </a:p>
        </p:txBody>
      </p:sp>
      <p:sp>
        <p:nvSpPr>
          <p:cNvPr id="52" name="Text 50"/>
          <p:cNvSpPr/>
          <p:nvPr/>
        </p:nvSpPr>
        <p:spPr>
          <a:xfrm>
            <a:off x="566928" y="804672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검토 결과에 따른 후속 일정 관리</a:t>
            </a:r>
            <a:endParaRPr lang="en-US" sz="1520" dirty="0"/>
          </a:p>
        </p:txBody>
      </p:sp>
      <p:sp>
        <p:nvSpPr>
          <p:cNvPr id="53" name="Shape 51"/>
          <p:cNvSpPr/>
          <p:nvPr/>
        </p:nvSpPr>
        <p:spPr>
          <a:xfrm>
            <a:off x="8979408" y="786384"/>
            <a:ext cx="2651760" cy="329184"/>
          </a:xfrm>
          <a:prstGeom prst="roundRect">
            <a:avLst>
              <a:gd name="adj" fmla="val 1111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07424" y="78638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1417320"/>
            <a:ext cx="2642616" cy="4160520"/>
          </a:xfrm>
          <a:prstGeom prst="roundRect">
            <a:avLst>
              <a:gd name="adj" fmla="val 1384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928" y="1417320"/>
            <a:ext cx="2642616" cy="438912"/>
          </a:xfrm>
          <a:prstGeom prst="roundRect">
            <a:avLst>
              <a:gd name="adj" fmla="val 8333"/>
            </a:avLst>
          </a:prstGeom>
          <a:solidFill>
            <a:srgbClr val="041E42"/>
          </a:solidFill>
          <a:ln w="10160">
            <a:solidFill>
              <a:srgbClr val="041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3232" y="154533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범위</a:t>
            </a:r>
            <a:endParaRPr lang="en-US" sz="1250" dirty="0"/>
          </a:p>
        </p:txBody>
      </p:sp>
      <p:sp>
        <p:nvSpPr>
          <p:cNvPr id="59" name="card-0-title"/>
          <p:cNvSpPr/>
          <p:nvPr/>
        </p:nvSpPr>
        <p:spPr>
          <a:xfrm>
            <a:off x="786384" y="2723007"/>
            <a:ext cx="2203704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배출량 확인</a:t>
            </a:r>
            <a:endParaRPr lang="en-US" sz="1420" dirty="0"/>
          </a:p>
        </p:txBody>
      </p:sp>
      <p:sp>
        <p:nvSpPr>
          <p:cNvPr id="60" name="Shape 58"/>
          <p:cNvSpPr/>
          <p:nvPr/>
        </p:nvSpPr>
        <p:spPr>
          <a:xfrm>
            <a:off x="786384" y="3162681"/>
            <a:ext cx="22037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1" name="card-0-label"/>
          <p:cNvSpPr/>
          <p:nvPr/>
        </p:nvSpPr>
        <p:spPr>
          <a:xfrm>
            <a:off x="786384" y="3331845"/>
            <a:ext cx="22037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62" name="card-0-body"/>
          <p:cNvSpPr/>
          <p:nvPr/>
        </p:nvSpPr>
        <p:spPr>
          <a:xfrm>
            <a:off x="786384" y="3660648"/>
            <a:ext cx="2203704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배출량 확인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산정 결과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150" dirty="0"/>
          </a:p>
        </p:txBody>
      </p:sp>
      <p:sp>
        <p:nvSpPr>
          <p:cNvPr id="63" name="card-0-action"/>
          <p:cNvSpPr/>
          <p:nvPr/>
        </p:nvSpPr>
        <p:spPr>
          <a:xfrm>
            <a:off x="786384" y="4482465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확인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374136" y="1417320"/>
            <a:ext cx="2642616" cy="4160520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74136" y="1417320"/>
            <a:ext cx="2642616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20440" y="154533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자료</a:t>
            </a:r>
            <a:endParaRPr lang="en-US" sz="1250" dirty="0"/>
          </a:p>
        </p:txBody>
      </p:sp>
      <p:sp>
        <p:nvSpPr>
          <p:cNvPr id="67" name="card-1-title"/>
          <p:cNvSpPr/>
          <p:nvPr/>
        </p:nvSpPr>
        <p:spPr>
          <a:xfrm>
            <a:off x="3593592" y="2478215"/>
            <a:ext cx="2203704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활동자료 수집 및 배출량</a:t>
            </a:r>
            <a:endParaRPr lang="en-US" sz="142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산정 결과 확인</a:t>
            </a:r>
            <a:endParaRPr lang="en-US" sz="1420" dirty="0"/>
          </a:p>
        </p:txBody>
      </p:sp>
      <p:sp>
        <p:nvSpPr>
          <p:cNvPr id="68" name="Shape 66"/>
          <p:cNvSpPr/>
          <p:nvPr/>
        </p:nvSpPr>
        <p:spPr>
          <a:xfrm>
            <a:off x="3593592" y="3188399"/>
            <a:ext cx="22037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9" name="card-1-label"/>
          <p:cNvSpPr/>
          <p:nvPr/>
        </p:nvSpPr>
        <p:spPr>
          <a:xfrm>
            <a:off x="3593592" y="3357563"/>
            <a:ext cx="22037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70" name="card-1-body"/>
          <p:cNvSpPr/>
          <p:nvPr/>
        </p:nvSpPr>
        <p:spPr>
          <a:xfrm>
            <a:off x="3593592" y="3686366"/>
            <a:ext cx="220370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활동자료 수집 및 배출량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산정 결과 확인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제출 일정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1150" dirty="0"/>
          </a:p>
        </p:txBody>
      </p:sp>
      <p:sp>
        <p:nvSpPr>
          <p:cNvPr id="71" name="card-1-action"/>
          <p:cNvSpPr/>
          <p:nvPr/>
        </p:nvSpPr>
        <p:spPr>
          <a:xfrm>
            <a:off x="3593592" y="472725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지정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181344" y="1417320"/>
            <a:ext cx="2642616" cy="4160520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81344" y="1417320"/>
            <a:ext cx="2642616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27648" y="154533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일정</a:t>
            </a:r>
            <a:endParaRPr lang="en-US" sz="1250" dirty="0"/>
          </a:p>
        </p:txBody>
      </p:sp>
      <p:sp>
        <p:nvSpPr>
          <p:cNvPr id="75" name="card-2-title"/>
          <p:cNvSpPr/>
          <p:nvPr/>
        </p:nvSpPr>
        <p:spPr>
          <a:xfrm>
            <a:off x="6400800" y="2562035"/>
            <a:ext cx="2203704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 및 추가</a:t>
            </a:r>
            <a:endParaRPr lang="en-US" sz="142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자료 제출 일정</a:t>
            </a:r>
            <a:endParaRPr lang="en-US" sz="142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1420" dirty="0"/>
          </a:p>
        </p:txBody>
      </p:sp>
      <p:sp>
        <p:nvSpPr>
          <p:cNvPr id="76" name="Shape 74"/>
          <p:cNvSpPr/>
          <p:nvPr/>
        </p:nvSpPr>
        <p:spPr>
          <a:xfrm>
            <a:off x="6400800" y="3542729"/>
            <a:ext cx="22037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77" name="card-2-label"/>
          <p:cNvSpPr/>
          <p:nvPr/>
        </p:nvSpPr>
        <p:spPr>
          <a:xfrm>
            <a:off x="6400800" y="3711893"/>
            <a:ext cx="22037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78" name="card-2-body"/>
          <p:cNvSpPr/>
          <p:nvPr/>
        </p:nvSpPr>
        <p:spPr>
          <a:xfrm>
            <a:off x="6400800" y="4040696"/>
            <a:ext cx="220370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담당자 확인 및 추가 보완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제출 일정 관리</a:t>
            </a:r>
            <a:endParaRPr lang="en-US" sz="1150" dirty="0"/>
          </a:p>
        </p:txBody>
      </p:sp>
      <p:sp>
        <p:nvSpPr>
          <p:cNvPr id="79" name="card-2-action"/>
          <p:cNvSpPr/>
          <p:nvPr/>
        </p:nvSpPr>
        <p:spPr>
          <a:xfrm>
            <a:off x="6400800" y="4643438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정리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8988552" y="1417320"/>
            <a:ext cx="2642616" cy="4160520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88552" y="1417320"/>
            <a:ext cx="2642616" cy="438912"/>
          </a:xfrm>
          <a:prstGeom prst="roundRect">
            <a:avLst>
              <a:gd name="adj" fmla="val 8333"/>
            </a:avLst>
          </a:prstGeom>
          <a:solidFill>
            <a:srgbClr val="13387B"/>
          </a:solidFill>
          <a:ln w="10160">
            <a:solidFill>
              <a:srgbClr val="13387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134856" y="1545336"/>
            <a:ext cx="2350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우선 실행</a:t>
            </a:r>
            <a:endParaRPr lang="en-US" sz="1250" dirty="0"/>
          </a:p>
        </p:txBody>
      </p:sp>
      <p:sp>
        <p:nvSpPr>
          <p:cNvPr id="83" name="card-3-title"/>
          <p:cNvSpPr/>
          <p:nvPr/>
        </p:nvSpPr>
        <p:spPr>
          <a:xfrm>
            <a:off x="9208008" y="2942082"/>
            <a:ext cx="2203704" cy="27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현황</a:t>
            </a:r>
            <a:endParaRPr lang="en-US" sz="1420" dirty="0"/>
          </a:p>
        </p:txBody>
      </p:sp>
      <p:sp>
        <p:nvSpPr>
          <p:cNvPr id="84" name="Shape 82"/>
          <p:cNvSpPr/>
          <p:nvPr/>
        </p:nvSpPr>
        <p:spPr>
          <a:xfrm>
            <a:off x="9208008" y="3381756"/>
            <a:ext cx="22037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85" name="card-3-label"/>
          <p:cNvSpPr/>
          <p:nvPr/>
        </p:nvSpPr>
        <p:spPr>
          <a:xfrm>
            <a:off x="9208008" y="3550920"/>
            <a:ext cx="22037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00A9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포인트</a:t>
            </a:r>
            <a:endParaRPr lang="en-US" sz="1150" dirty="0"/>
          </a:p>
        </p:txBody>
      </p:sp>
      <p:sp>
        <p:nvSpPr>
          <p:cNvPr id="86" name="card-3-body"/>
          <p:cNvSpPr/>
          <p:nvPr/>
        </p:nvSpPr>
        <p:spPr>
          <a:xfrm>
            <a:off x="9208008" y="3879723"/>
            <a:ext cx="22037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사업 현황</a:t>
            </a:r>
            <a:endParaRPr lang="en-US" sz="1150" dirty="0"/>
          </a:p>
        </p:txBody>
      </p:sp>
      <p:sp>
        <p:nvSpPr>
          <p:cNvPr id="87" name="card-3-action"/>
          <p:cNvSpPr/>
          <p:nvPr/>
        </p:nvSpPr>
        <p:spPr>
          <a:xfrm>
            <a:off x="9208008" y="4263390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3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연결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9091"/>
            </a:avLst>
          </a:prstGeom>
          <a:solidFill>
            <a:srgbClr val="EAF6FC"/>
          </a:solidFill>
          <a:ln w="10160">
            <a:solidFill>
              <a:srgbClr val="00A9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6384" y="5779008"/>
            <a:ext cx="1062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담당자 확인 및 제출 일정 관리</a:t>
            </a:r>
            <a:endParaRPr lang="en-US" sz="1280" dirty="0"/>
          </a:p>
        </p:txBody>
      </p:sp>
      <p:sp>
        <p:nvSpPr>
          <p:cNvPr id="90" name="Shape 88"/>
          <p:cNvSpPr/>
          <p:nvPr/>
        </p:nvSpPr>
        <p:spPr>
          <a:xfrm>
            <a:off x="566928" y="6400800"/>
            <a:ext cx="11064240" cy="0"/>
          </a:xfrm>
          <a:prstGeom prst="line">
            <a:avLst/>
          </a:prstGeom>
          <a:noFill/>
          <a:ln w="8890">
            <a:solidFill>
              <a:srgbClr val="D9E2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66928" y="6510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41E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INNerGEN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682496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Innovative Ideas | Better Solution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1064240" y="65105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INNerGEN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 정렬 검증</dc:title>
  <dc:subject>INNerGEN ESG/Climate consulting deck draft</dc:subject>
  <dc:creator>INNerGEN Slide Studio</dc:creator>
  <cp:lastModifiedBy>INNerGEN Slide Studio</cp:lastModifiedBy>
  <cp:revision>1</cp:revision>
  <dcterms:created xsi:type="dcterms:W3CDTF">2026-10-22T05:10:30Z</dcterms:created>
  <dcterms:modified xsi:type="dcterms:W3CDTF">2026-10-22T05:10:30Z</dcterms:modified>
</cp:coreProperties>
</file>